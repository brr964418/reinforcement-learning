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Reinforcement Learning in Magnesium Nanoparticle Synthesis</a:t>
            </a:r>
          </a:p>
          <a:p>
            <a:r>
              <a:rPr dirty="0"/>
              <a:t>with Pulsed Laser Ablation in Liquid Using Powders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53117"/>
            <a:ext cx="6400800" cy="1752600"/>
          </a:xfrm>
        </p:spPr>
        <p:txBody>
          <a:bodyPr/>
          <a:lstStyle/>
          <a:p>
            <a:r>
              <a:rPr lang="en-IN" dirty="0"/>
              <a:t>Balaji Rachamadugu</a:t>
            </a:r>
          </a:p>
          <a:p>
            <a:r>
              <a:rPr lang="en-IN" dirty="0"/>
              <a:t>DKIT</a:t>
            </a:r>
          </a:p>
          <a:p>
            <a:r>
              <a:rPr lang="en-IN" dirty="0"/>
              <a:t>31-08-2025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Mg nanoparticles </a:t>
            </a:r>
            <a:r>
              <a:rPr lang="en-IN" dirty="0"/>
              <a:t>is highly useful </a:t>
            </a:r>
            <a:r>
              <a:rPr dirty="0"/>
              <a:t>for biomedical, energy, catalysis applications</a:t>
            </a:r>
          </a:p>
          <a:p>
            <a:pPr lvl="1"/>
            <a:r>
              <a:rPr lang="en-IN" dirty="0"/>
              <a:t>But </a:t>
            </a:r>
            <a:r>
              <a:rPr dirty="0"/>
              <a:t>PLAL optimization is complex, nonlinear, and costly</a:t>
            </a:r>
            <a:r>
              <a:rPr lang="en-I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Traditional tuning relies on </a:t>
            </a:r>
            <a:r>
              <a:rPr lang="en-IN" dirty="0"/>
              <a:t>lot of </a:t>
            </a:r>
            <a:r>
              <a:rPr dirty="0"/>
              <a:t>trial-and-error</a:t>
            </a:r>
            <a:r>
              <a:rPr lang="en-IN" dirty="0"/>
              <a:t> methods to achieved desired size.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IN" dirty="0"/>
              <a:t>Develop the ML model </a:t>
            </a:r>
          </a:p>
          <a:p>
            <a:r>
              <a:rPr dirty="0"/>
              <a:t>Implement RL agents (DDPG, TD3)</a:t>
            </a:r>
            <a:r>
              <a:rPr lang="en-IN" dirty="0"/>
              <a:t> using ML model as environment.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Data collection: Experimental Mg PLAL dataset</a:t>
            </a:r>
          </a:p>
          <a:p>
            <a:pPr lvl="1"/>
            <a:r>
              <a:rPr dirty="0"/>
              <a:t>Surrogate training: Random Forest Regressor</a:t>
            </a:r>
          </a:p>
          <a:p>
            <a:pPr lvl="1"/>
            <a:r>
              <a:rPr dirty="0"/>
              <a:t>RL environment: Gym + surrogate</a:t>
            </a:r>
          </a:p>
          <a:p>
            <a:pPr lvl="1"/>
            <a:r>
              <a:rPr dirty="0"/>
              <a:t>RL agents: DDPG and TD3</a:t>
            </a:r>
          </a:p>
          <a:p>
            <a:pPr lvl="1"/>
            <a:r>
              <a:rPr dirty="0"/>
              <a:t>Evaluation: DLS </a:t>
            </a:r>
            <a:r>
              <a:rPr dirty="0" err="1"/>
              <a:t>predictio</a:t>
            </a:r>
            <a:r>
              <a:rPr lang="en-IN" dirty="0"/>
              <a:t>n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Surrogate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Inputs: Time, Scan</a:t>
            </a:r>
            <a:r>
              <a:rPr lang="en-IN" dirty="0"/>
              <a:t>s</a:t>
            </a:r>
            <a:r>
              <a:rPr dirty="0"/>
              <a:t>peed, Fluence</a:t>
            </a:r>
          </a:p>
          <a:p>
            <a:pPr lvl="1"/>
            <a:r>
              <a:rPr dirty="0"/>
              <a:t>Outputs: DLS (nm)</a:t>
            </a:r>
          </a:p>
          <a:p>
            <a:pPr lvl="1"/>
            <a:r>
              <a:rPr dirty="0"/>
              <a:t>Performance: R² = 0.99, RMSE ≈ 2.5 nm</a:t>
            </a:r>
          </a:p>
          <a:p>
            <a:pPr lvl="1"/>
            <a:r>
              <a:rPr dirty="0"/>
              <a:t>Surrogate enables fast design space exploration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Reinforcement Learning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State: Parameter vector</a:t>
            </a:r>
          </a:p>
          <a:p>
            <a:pPr lvl="1"/>
            <a:r>
              <a:t>Action: Proposed parameters</a:t>
            </a:r>
          </a:p>
          <a:p>
            <a:pPr lvl="1"/>
            <a:r>
              <a:t>Reward: -|Predicted DLS – Target DLS| (normalized)</a:t>
            </a:r>
          </a:p>
          <a:p>
            <a:pPr lvl="1"/>
            <a:r>
              <a:t>Done: Success or step limit reached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DDPG: Fast convergence but unstable</a:t>
            </a:r>
            <a:endParaRPr lang="en-IN" dirty="0"/>
          </a:p>
          <a:p>
            <a:r>
              <a:rPr dirty="0"/>
              <a:t>TD3: Twin critics, target smoothing, delayed updates</a:t>
            </a:r>
          </a:p>
          <a:p>
            <a:pPr lvl="1"/>
            <a:r>
              <a:rPr dirty="0"/>
              <a:t>TD3 more stable than DDPG in experiments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Parameter Suggestions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Example: Target DLS = 150 nm</a:t>
            </a:r>
          </a:p>
          <a:p>
            <a:pPr lvl="1"/>
            <a:r>
              <a:t>DDPG: Unstable suggestions</a:t>
            </a:r>
          </a:p>
          <a:p>
            <a:pPr lvl="1"/>
            <a:r>
              <a:t>TD3: Stable and reproducible parameters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TD3 more reliable than DDPG</a:t>
            </a:r>
          </a:p>
          <a:p>
            <a:pPr lvl="1"/>
            <a:r>
              <a:rPr dirty="0"/>
              <a:t>Surrogate enables fast exploration</a:t>
            </a:r>
          </a:p>
          <a:p>
            <a:pPr lvl="1"/>
            <a:r>
              <a:rPr dirty="0"/>
              <a:t>Policy collapse observed near 135 nm</a:t>
            </a:r>
            <a:r>
              <a:rPr lang="en-I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Dependent on surrogate quality and dataset size</a:t>
            </a:r>
            <a:endParaRPr lang="en-IN" dirty="0"/>
          </a:p>
          <a:p>
            <a:r>
              <a:rPr dirty="0"/>
              <a:t>Noisy real-world PLAL not captured</a:t>
            </a:r>
            <a:r>
              <a:rPr lang="en-IN" dirty="0"/>
              <a:t>.</a:t>
            </a:r>
          </a:p>
          <a:p>
            <a:r>
              <a:rPr dirty="0"/>
              <a:t>Reward design single-objective (DLS only)</a:t>
            </a:r>
            <a:r>
              <a:rPr lang="en-I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RL + surrogate feasible for PLAL optimization</a:t>
            </a:r>
          </a:p>
          <a:p>
            <a:pPr lvl="1"/>
            <a:r>
              <a:t>Random Forest surrogate accurate and efficient</a:t>
            </a:r>
          </a:p>
          <a:p>
            <a:pPr lvl="1"/>
            <a:r>
              <a:t>TD3 outperforms DDPG in stability and accuracy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IN" dirty="0"/>
              <a:t>Hybrid physics model</a:t>
            </a:r>
          </a:p>
          <a:p>
            <a:r>
              <a:rPr lang="en-IN" dirty="0"/>
              <a:t>Parameter improvement</a:t>
            </a:r>
          </a:p>
          <a:p>
            <a:r>
              <a:rPr lang="en-IN" dirty="0"/>
              <a:t>Active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285</Words>
  <Application>Microsoft Office PowerPoint</Application>
  <PresentationFormat>On-screen Show (4:3)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Reinforcement Learning in Magnesium Nanoparticle Synthesis with Pulsed Laser Ablation in Liquid Using Powders</vt:lpstr>
      <vt:lpstr>Background</vt:lpstr>
      <vt:lpstr>Problem Definition</vt:lpstr>
      <vt:lpstr>Objectives</vt:lpstr>
      <vt:lpstr>Methodology Overview</vt:lpstr>
      <vt:lpstr>Surrogate Modeling</vt:lpstr>
      <vt:lpstr>Reinforcement Learning Setup</vt:lpstr>
      <vt:lpstr>Algorithms</vt:lpstr>
      <vt:lpstr>Results: Parameter Suggestions</vt:lpstr>
      <vt:lpstr>Discussion</vt:lpstr>
      <vt:lpstr>Limitations</vt:lpstr>
      <vt:lpstr>Conclusions</vt:lpstr>
      <vt:lpstr>Future Outlook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Balaji Rachamadagu</cp:lastModifiedBy>
  <cp:revision>3</cp:revision>
  <dcterms:created xsi:type="dcterms:W3CDTF">2013-01-27T09:14:16Z</dcterms:created>
  <dcterms:modified xsi:type="dcterms:W3CDTF">2025-08-31T11:35:43Z</dcterms:modified>
  <cp:category/>
</cp:coreProperties>
</file>